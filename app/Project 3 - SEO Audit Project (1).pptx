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e074517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2e0745175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2" name="Google Shape;22;p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920395"/>
            <a:ext cx="9144000" cy="2387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SEO Audit Project</a:t>
            </a:r>
            <a:b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6382871" y="5879074"/>
            <a:ext cx="4285129" cy="4769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Name:megha rawat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0" y="2726267"/>
            <a:ext cx="121920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Q.1. Identify at least 5 potential issues related to Content from the SEO Audit for your website &amp; suggest the optimization ways.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Issues</a:t>
            </a:r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545175" y="2046775"/>
            <a:ext cx="3023100" cy="291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/>
              <a:t>1 </a:t>
            </a:r>
            <a:r>
              <a:rPr lang="en-IN" sz="2000"/>
              <a:t>Missing Meta Description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/>
              <a:t>2 Title Tag Too Long/Short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/>
              <a:t>3 Missing Image Alt Text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/>
              <a:t>4 Low Keyword Optimization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/>
              <a:t>5 Thin Content</a:t>
            </a:r>
            <a:endParaRPr sz="2000"/>
          </a:p>
        </p:txBody>
      </p:sp>
      <p:sp>
        <p:nvSpPr>
          <p:cNvPr id="94" name="Google Shape;94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Optimization Ways</a:t>
            </a:r>
            <a:endParaRPr/>
          </a:p>
        </p:txBody>
      </p:sp>
      <p:sp>
        <p:nvSpPr>
          <p:cNvPr id="95" name="Google Shape;95;p14"/>
          <p:cNvSpPr txBox="1"/>
          <p:nvPr>
            <p:ph idx="4" type="body"/>
          </p:nvPr>
        </p:nvSpPr>
        <p:spPr>
          <a:xfrm>
            <a:off x="6172200" y="2505075"/>
            <a:ext cx="5183100" cy="2552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1</a:t>
            </a:r>
            <a:r>
              <a:rPr lang="en-IN" sz="2100"/>
              <a:t>Add a unique meta description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100"/>
              <a:t>2 Keep the title between 50–60 characters.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100"/>
              <a:t>3 Add descriptive alt text to every image.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100"/>
              <a:t>4 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Use keywords like </a:t>
            </a:r>
            <a:r>
              <a:rPr i="1" lang="en-IN" sz="1500">
                <a:latin typeface="Arial"/>
                <a:ea typeface="Arial"/>
                <a:cs typeface="Arial"/>
                <a:sym typeface="Arial"/>
              </a:rPr>
              <a:t>Barbie dresses, Barbie clothes, Barbie fashion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naturally in headings and content.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5 Increase product descriptions to 200–300 words with useful information.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4" title="Screenshot From 2026-07-22 21-34-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900" y="5057475"/>
            <a:ext cx="3462673" cy="165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title="Screenshot From 2026-07-22 21-36-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0725" y="5188500"/>
            <a:ext cx="3462673" cy="144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Q.2. Identify at least 5 potential issues related to Technical from the SEO Audit for your website &amp; suggest the optimization ways.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Issues</a:t>
            </a:r>
            <a:endParaRPr/>
          </a:p>
        </p:txBody>
      </p:sp>
      <p:sp>
        <p:nvSpPr>
          <p:cNvPr id="104" name="Google Shape;104;p15"/>
          <p:cNvSpPr txBox="1"/>
          <p:nvPr>
            <p:ph idx="2" type="body"/>
          </p:nvPr>
        </p:nvSpPr>
        <p:spPr>
          <a:xfrm>
            <a:off x="839800" y="2505075"/>
            <a:ext cx="5157900" cy="2421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1</a:t>
            </a:r>
            <a:r>
              <a:rPr b="1" lang="en-IN"/>
              <a:t> </a:t>
            </a:r>
            <a:r>
              <a:rPr b="1" lang="en-IN"/>
              <a:t>Missing XML Sitemap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2 Missing robots.txt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3 Broken Links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4 Slow Page Load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5 Mobile Optimization</a:t>
            </a:r>
            <a:endParaRPr b="1"/>
          </a:p>
        </p:txBody>
      </p:sp>
      <p:sp>
        <p:nvSpPr>
          <p:cNvPr id="105" name="Google Shape;105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Optimization Ways</a:t>
            </a:r>
            <a:endParaRPr/>
          </a:p>
        </p:txBody>
      </p:sp>
      <p:sp>
        <p:nvSpPr>
          <p:cNvPr id="106" name="Google Shape;106;p15"/>
          <p:cNvSpPr txBox="1"/>
          <p:nvPr>
            <p:ph idx="4" type="body"/>
          </p:nvPr>
        </p:nvSpPr>
        <p:spPr>
          <a:xfrm>
            <a:off x="6172200" y="2505075"/>
            <a:ext cx="5183100" cy="2257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282893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6"/>
              <a:buAutoNum type="arabicPeriod"/>
            </a:pPr>
            <a:r>
              <a:rPr b="1" lang="en-IN"/>
              <a:t>Create and submit an XML sitemap to Google Search Console.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/>
              <a:t> </a:t>
            </a:r>
            <a:r>
              <a:rPr b="1" lang="en-IN">
                <a:solidFill>
                  <a:schemeClr val="dk1"/>
                </a:solidFill>
              </a:rPr>
              <a:t>2.Add a robots.txt file to guide search engine crawlers.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>
                <a:solidFill>
                  <a:schemeClr val="dk1"/>
                </a:solidFill>
              </a:rPr>
              <a:t>3.Fix or remove broken internal and external links.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>
                <a:solidFill>
                  <a:schemeClr val="dk1"/>
                </a:solidFill>
              </a:rPr>
              <a:t>4.</a:t>
            </a:r>
            <a:r>
              <a:rPr b="1" lang="en-IN"/>
              <a:t>Compress images, enable browser caching, and minify CSS/JS.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b="1" lang="en-IN">
                <a:solidFill>
                  <a:schemeClr val="dk1"/>
                </a:solidFill>
              </a:rPr>
              <a:t>Ensure the website is responsive on all devices.</a:t>
            </a:r>
            <a:endParaRPr b="1"/>
          </a:p>
        </p:txBody>
      </p:sp>
      <p:pic>
        <p:nvPicPr>
          <p:cNvPr id="107" name="Google Shape;107;p15" title="Screenshot From 2026-07-22 21-37-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0100" y="4915275"/>
            <a:ext cx="3184354" cy="179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title="Screenshot From 2026-07-22 21-39-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4525" y="4997175"/>
            <a:ext cx="2893010" cy="162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Q.3. Perform the Speed test for your website and provide the screenshot – for Mobile and Desktop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1857641" y="2528432"/>
            <a:ext cx="10407900" cy="3460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6" title="Screenshot From 2026-07-21 22-12-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975" y="2435700"/>
            <a:ext cx="6344001" cy="291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title="Screenshot From 2026-07-21 22-12-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9875" y="3243400"/>
            <a:ext cx="5315301" cy="336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Q.4. Suggest the optimization ways which you are going to follow to improve the website’s speed (At least 3).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269575" y="2300361"/>
            <a:ext cx="11922300" cy="3247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Optimize Images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Compress images and convert them to </a:t>
            </a:r>
            <a:r>
              <a:rPr b="1" lang="en-IN" sz="2000">
                <a:solidFill>
                  <a:schemeClr val="dk1"/>
                </a:solidFill>
              </a:rPr>
              <a:t>WebP</a:t>
            </a:r>
            <a:r>
              <a:rPr lang="en-IN" sz="2000">
                <a:solidFill>
                  <a:schemeClr val="dk1"/>
                </a:solidFill>
              </a:rPr>
              <a:t> format to reduce file size and improve loading speed.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Reduce Render-Blocking Resources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Minify CSS and JavaScript files, defer non-essential scripts, and load CSS efficiently so the page renders faster.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Remove Unused CSS and JavaScript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Eliminate unnecessary CSS and JavaScript code to reduce page size and improve performance.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Q.5. Provide the screenshot of “Search Snippet” for any blog post and mention the “Focus Keyphrase” of that blog post. 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3720150" y="3935816"/>
            <a:ext cx="4621500" cy="369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8462512" y="2223247"/>
            <a:ext cx="2645434" cy="98865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8" title="Screenshot From 2026-07-22 00-07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7600" y="1851113"/>
            <a:ext cx="5014125" cy="41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title="Screenshot From 2026-07-22 00-07-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425" y="1851125"/>
            <a:ext cx="5571224" cy="29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143425" y="365125"/>
            <a:ext cx="11923200" cy="2715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Q.</a:t>
            </a:r>
            <a:r>
              <a:rPr b="1" lang="en-IN" sz="2800"/>
              <a:t>6</a:t>
            </a: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Recording Summary</a:t>
            </a:r>
            <a:b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500"/>
              <a:t>(</a:t>
            </a: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Record 1 minute summary of the project with below mentioned points: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What activities you have performed in this assignment?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What are your key learnings?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Video Guidelines: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In the video, your face is mandatory with a silent background.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You can use Google Meet or Zoom to record this 1 minute video.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You may also use your mobile device for the recording.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Upload this video on Google Drive and Share Access of the link to all so that evaluator can check it.)</a:t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143425" y="3216550"/>
            <a:ext cx="11923200" cy="317310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5147932" y="4338050"/>
            <a:ext cx="2724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https://drive.google.com/file/d/1tvnhRo6FO-IcjlSQyXdLnON6TjM44FZP/view?usp=drivesdk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